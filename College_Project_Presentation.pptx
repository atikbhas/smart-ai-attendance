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</a:defRPr>
            </a:pPr>
            <a:r>
              <a:t>COLLEGE 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Smart AI Timetable &amp; Biometric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B9"/>
                </a:solidFill>
              </a:defRPr>
            </a:pPr>
            <a:r>
              <a:t>An Automated AI Staggered Scheduling &amp; Face/QR Attendance Platform for Modern Educational Institutes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</a:defRPr>
            </a:pPr>
            <a:r>
              <a:t>Presented by: Devang &amp; Team | Department of Computer Applications (BCA)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in Traditional Academic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1. Timetable Collisions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Manual schedule generation leads to professor double-booking, subject overlaps, and lab room conflicts across multiple divisions.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Proxy &amp; Time Waste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Traditional paper roll-call attendance takes 10+ minutes per lecture and suffers from proxy attendance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Faculty Leave Chaos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Unplanned professor leave causes empty slots. Manual substitute assignment is slow and inefficient.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Proposed AI-Powered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🤖 AI Staggered Timetable Engine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Automated anti-collision constraint solver generating conflict-free schedules in under 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📸 Facial &amp; QR Attendance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Biometric face recognition (OpenCV + Dlib) and instant student Code128 / QR Code camera scanning.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🔄 Auto Faculty Substitutes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Automated free substitute matching with real-time student notification alerts upon leave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System Features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⚡ Conflict-Free AI Schedule Builder with 2-Consecutive LAB Block Rule enforcement.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🔀 Personalized Dual-Mode Schedule View ('My Schedule' vs 'Full College Schedule').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📇 Official Student Digital Profile &amp; ID Card with Code128 Barcode &amp; Dynamic QR Code.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📸 One-Time Student Headshot Photo Upload &amp; Onboarding Verification.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📊 Master Attendance Register with Automated Low Attendance (&lt;75%) Warning Alerts.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🛡️ Role-Based Access Control (Admin, Professor, Student) with CSRF &amp; Password Hashing.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SYSTEM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Physical Infrastructure &amp; Class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💻 2 Physical Computer Labs Only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Strict physical constraint: Exactly 2 Computer Labs ('Lab 1' &amp; 'Lab 2') available simultaneously across campus.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🎓 4 Separate Divisions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BCA 5th Semester split into 4 independent divisions: BCA-5(A), BCA-5(B), BCA-5(C), and BCA-5(D).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⏳ 2-Consecutive LAB Rule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Practical Lab lectures are automatically paired into 2 back-to-back consecutive time blocks for uninterrupted hands-on 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🐍 Backend Core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Python 3.13 | Flask Framework | SQLAlchemy ORM | SQLite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🎨 Frontend &amp; Styling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HTML5 &amp; Vanilla CSS | Bootstrap 5.3 | Electric Orange Theme | Responsive 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👁️ Computer Vision &amp; ID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OpenCV &amp; Face Recognition | python-barcode (Code128) | qrcode Data URIs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ALGORITHM &amp;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Staggered Timetable Generation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1. Load Active Divisions (BCA-5 A/B/C/D), Subjects, and Assigned Faculty Pool.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2. Physical Lab Availability Check: Restrict maximum simultaneous lab sessions to 2 (Lab 1 &amp; Lab 2).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3. 2-Consecutive Block Pairing: Group practical lab sessions into consecutive 2-slot blocks.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4. Professor Multi-Class Anti-Collision: Prevent any professor from being assigned to 2 divisions in the same slot.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5. Staggered Slot Distribution: Balance heavy core programming lectures evenly across morning and afternoon slots.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ATTENDANCE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Facial Recognition &amp; QR Code Attendance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Step 1: Face Registration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Student uploads facial headshot photo. OpenCV extracts 128-d deep facial feature encodings.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Step 2: Live Camera Scan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Professor opens camera widget. System compares live frame encodings against database encodings.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Step 3: Instant Attendance Mark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Upon match (&gt;98% accuracy) or QR scan, student attendance is marked 'PRESENT' in real-time.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STUDENT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Student Official Digital Profile &amp; ID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📇 Scannable Code128 Barcode &amp; Dynamic High-Contrast QR Code for quick camera scanning.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📝 One-Time Mandatory Onboarding Form for first-time login (Phone, Blood Group, Guardian Details).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✏️ Read-Only Saved Details Card with optional 'Edit Info' Pop-Up Modal.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🖼️ Official Student Photo Upload integration displaying photo on ID Card, Top Bar, and Sidebar.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📄 1-Click Digital ID Card Print / Download function for offline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LEAVE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Automated Faculty Leave &amp; Substitute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1. Leave Application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Professor submits leave request (Date, Reason, Duration) via Faculty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AI Substitute Matching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System scans timetable to find available professors free during affected time slots.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Real-Time Student Alert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Students receive instant dashboard notifications regarding substitute professor assignment.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DATABASE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Database Schema &amp; Entity Relationship (ER)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👥 Users Table: Handles authentication, credentials (hashed passwords), and RBAC roles (admin/professor/student).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🎓 Students Table: Stores Roll No, Barcode ID, Blood Group, Contact, Guardian Details, and Profile Photo path.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👨‍🏫 Professors Table: Maps faculty members to subjects, departments, and maximum weekly lecture quotas.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📅 TimetableEntries Table: Stores day, time slot, division_id, subject_id, professor_id, and room_id.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📸 FaceEncodings Table: Stores 128-d floating point facial feature vectors linked to student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Audit, Encryption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🔒 Password Hashing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Werkzeug PBKDF2 with SHA-256 salted hashing for secure credential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🛡️ CSRF &amp; Session Security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Flask-WTF CSRF tokens on all POST forms &amp; HTTP-only session cookies.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🔑 Biometric Privacy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Raw facial images are not stored long-term; only numerical feature vectors are retained.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Testing, Validation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🧪 Automated Testing: Built 47 comprehensive Pytest unit &amp; integration test cases.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✅ 100% Pass Rate: 47/47 test cases passing cleanly across all modules.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⚡ Performance: Timetable generation executes in &lt; 2.8 seconds for entire college.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📱 Mobile Responsiveness: Fully tested across mobile devices, tablets, and desktop displays.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📲 Native Mobile App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Develop Flutter / React Native mobile app for push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☁️ Cloud Synchronization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Sync database with AWS / GCP PostgreSQL for multi-campus scaling.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45920"/>
            <a:ext cx="3332378" cy="4572000"/>
          </a:xfrm>
          <a:prstGeom prst="roundRect">
            <a:avLst/>
          </a:prstGeom>
          <a:solidFill>
            <a:srgbClr val="181822"/>
          </a:solidFill>
          <a:ln w="1905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1920240"/>
            <a:ext cx="296661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🤖 Advanced AI Analytics</a:t>
            </a:r>
          </a:p>
          <a:p>
            <a:br/>
            <a:pPr>
              <a:defRPr sz="1500">
                <a:solidFill>
                  <a:srgbClr val="AAAAB9"/>
                </a:solidFill>
              </a:defRPr>
            </a:pPr>
            <a:r>
              <a:t>Predictive ML models for student drop-out and low-attendance forecasting.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Questions &amp; Answers (Q&amp;A)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B9"/>
                </a:solidFill>
              </a:defRPr>
            </a:pPr>
            <a:r>
              <a:t>Smart AI Timetable &amp; Biometric Attendance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</a:defRPr>
            </a:pPr>
            <a:r>
              <a:t>Open for Discussion | Thank You Honorable Professors &amp; Examiners!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